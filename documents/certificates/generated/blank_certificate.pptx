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4603971c11bc3240c95fcf64aade28e1422f2ac4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C E R T I F I C A T E   O F   A T T E N D A N C E
T O   W O R K S H O P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We hereby certify that,
[Name]
has attended the Workshop
“[Workshop Name]”
with a total duration of 3 teaching hours,
held on Wednesday, February 11, 2026,
as part of the Scientific program of the 23rd ECOFLOR Meeting,
held from 11th to 14th February 2026, in Tortosa, Catalonia, Spain.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meow</cp:lastModifiedBy>
  <cp:revision>3</cp:revision>
  <dcterms:created xsi:type="dcterms:W3CDTF">2017-02-13T16:18:36Z</dcterms:created>
  <dcterms:modified xsi:type="dcterms:W3CDTF">2026-02-23T22:56:21Z</dcterms:modified>
  <cp:category/>
</cp:coreProperties>
</file>